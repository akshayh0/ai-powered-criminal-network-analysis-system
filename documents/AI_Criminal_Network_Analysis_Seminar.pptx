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2A4A"/>
                </a:solidFill>
                <a:latin typeface="Arial"/>
              </a:rPr>
              <a:t>Case status (Solved 110 = Closed 59 + CS 51)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Total</c:v>
                </c:pt>
                <c:pt idx="1">
                  <c:v>Solved</c:v>
                </c:pt>
                <c:pt idx="2">
                  <c:v>Closed</c:v>
                </c:pt>
                <c:pt idx="3">
                  <c:v>Charge-sh.</c:v>
                </c:pt>
                <c:pt idx="4">
                  <c:v>Pending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110</c:v>
                </c:pt>
                <c:pt idx="2">
                  <c:v>59</c:v>
                </c:pt>
                <c:pt idx="3">
                  <c:v>51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FF-4928-A9D3-8B4D51C75A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70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11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284C7">
              <a:alpha val="12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206240"/>
            <a:ext cx="41148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11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TRAILBLAZERS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crime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315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Alva's Institute of Engineering and Technology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82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AIML &amp; ISE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4782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ANJIT RAJA 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495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742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H  |  OMKAR K 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5495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5742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58200" y="1143000"/>
            <a:ext cx="3383280" cy="1645188"/>
          </a:xfrm>
          <a:prstGeom prst="rect">
            <a:avLst/>
          </a:prstGeom>
          <a:solidFill>
            <a:srgbClr val="DCEAFB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9" name="Image 0" descr="/mnt/user-data/uploads/179073890058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188720"/>
            <a:ext cx="3291840" cy="155374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458200" y="3246120"/>
            <a:ext cx="3383280" cy="1684691"/>
          </a:xfrm>
          <a:prstGeom prst="rect">
            <a:avLst/>
          </a:prstGeom>
          <a:solidFill>
            <a:srgbClr val="DCEAFB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1" descr="/mnt/user-data/uploads/1790738859977_Screenshot_2026-09-30_0714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291840"/>
            <a:ext cx="3291840" cy="159325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0392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 AI-Portal: Intelligence Center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fragmented, manual analysis to a centralized intelligent platform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information is fragmented</a:t>
            </a:r>
            <a:endParaRPr lang="en-US" sz="20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links between cases and criminals</a:t>
            </a:r>
            <a:endParaRPr lang="en-US" sz="20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hotspots are hard to discover</a:t>
            </a:r>
            <a:endParaRPr lang="en-US" sz="20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slow and time-consuming</a:t>
            </a:r>
            <a:endParaRPr lang="en-US" sz="20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intelligent analysis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46520" y="224028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94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PostgreSQL crime database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301752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network analysis of relationships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379476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hotspot and anomaly analysis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46520" y="457200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web dashboard with live KPIs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46520" y="534924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insights and chat (Groq API)</a:t>
            </a:r>
            <a:endParaRPr lang="en-US" sz="1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B9B09AE-13FA-0A20-21E5-B115D528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AI-powered web platform replacing fragmented, manual analysis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3200400"/>
            <a:ext cx="283464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8064" y="2743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09744" y="3200400"/>
            <a:ext cx="283464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93208" y="2743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3208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04888" y="3200400"/>
            <a:ext cx="283464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88352" y="2743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88352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00032" y="3200400"/>
            <a:ext cx="283464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83496" y="2743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83496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88352" y="14173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Service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394192" y="2194560"/>
            <a:ext cx="0" cy="548640"/>
          </a:xfrm>
          <a:prstGeom prst="line">
            <a:avLst/>
          </a:prstGeom>
          <a:noFill/>
          <a:ln w="28575">
            <a:solidFill>
              <a:srgbClr val="E11D48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60120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calls Groq for AI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12648" y="402336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/ analysts use the web portal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98064" y="39776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907792" y="402336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tables, network graph, chat UI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93208" y="39776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202936" y="402336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HTTP between frontend and backend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88352" y="39776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498080" y="402336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queries, AI requests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83496" y="39776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793224" y="402336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hosted on Render; stores FIRs, accused, victims, stations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  •   Relationship analysis   •   AI-assisted insights</a:t>
            </a:r>
            <a:endParaRPr lang="en-US" sz="2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1EE1F0F-CA6E-E611-83D5-8A137E5C9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Major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98448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5059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4505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93522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352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118872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298448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971800" y="1965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80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71800" y="245059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71800" y="24505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71800" y="293522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71800" y="29352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71800" y="3419856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71800" y="3419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18872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66360" y="1298448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66360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212080" y="1965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69480" y="118872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06640" y="1298448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06640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452360" y="1965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5236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509760" y="118872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46920" y="1298448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46920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9692640" y="1965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9264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92640" y="245059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CEA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92640" y="24505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48640" y="4572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5800" y="4828032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8408" y="4572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KPIs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404872" y="4572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42032" y="4828032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34640" y="4572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261104" y="4572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398264" y="4828032"/>
            <a:ext cx="219456" cy="21945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90872" y="4572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analysis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117336" y="4572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54496" y="482803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47104" y="4572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analysis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973568" y="4572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10728" y="4828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403336" y="4572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analysis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9829800" y="4572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966960" y="4828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259568" y="4572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/ station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8640" y="5440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5800" y="569671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78408" y="5440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404872" y="5440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542032" y="5696712"/>
            <a:ext cx="219456" cy="21945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834640" y="5440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hotspots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261104" y="5440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398264" y="569671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690872" y="5440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117336" y="5440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254496" y="569671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547104" y="5440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cases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973568" y="5440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110728" y="5696712"/>
            <a:ext cx="219456" cy="21945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403336" y="5440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network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9829800" y="5440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966960" y="5696712"/>
            <a:ext cx="219456" cy="21945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259568" y="5440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300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6F6445C7-091F-9726-A489-857BAE19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Network Analysis &amp; AI Intelligence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219456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19456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Case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118872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29184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2468880"/>
            <a:ext cx="548640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2468880"/>
            <a:ext cx="548640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80160" y="2743200"/>
            <a:ext cx="0" cy="54864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74720" y="1737360"/>
            <a:ext cx="0" cy="45720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74720" y="2743200"/>
            <a:ext cx="0" cy="54864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4114800"/>
            <a:ext cx="5943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572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accused, cases, victims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repeated involvement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cases to district &amp; station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connections quickly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(via Groq API)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553712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analysis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prediction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analysis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case analysis</a:t>
            </a:r>
            <a:endParaRPr lang="en-US" sz="13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/ query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143000"/>
            <a:ext cx="4846320" cy="2350008"/>
          </a:xfrm>
          <a:prstGeom prst="rect">
            <a:avLst/>
          </a:prstGeom>
          <a:solidFill>
            <a:srgbClr val="DCEAFB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8" name="Image 0" descr="/mnt/user-data/uploads/179073888696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188720"/>
            <a:ext cx="4754880" cy="225856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81228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system: Criminal Linkage Network (top), AI Intelligence Modules (bottom)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766560" y="3931920"/>
            <a:ext cx="4846320" cy="2345253"/>
          </a:xfrm>
          <a:prstGeom prst="rect">
            <a:avLst/>
          </a:prstGeom>
          <a:solidFill>
            <a:srgbClr val="DCEAFB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1" name="Image 1" descr="/mnt/user-data/uploads/1790738884611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977640"/>
            <a:ext cx="4754880" cy="22538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5D80750-9FC1-5C6A-57AD-3D8A13AA1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Analytics, API &amp; Deployment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/ database statistics (verified via API)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3258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8892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3258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13258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6948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09760" y="13258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0976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Charge-sheeted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37744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237744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78892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237744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02920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69480" y="237744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26948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Stations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509760" y="237744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50976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95097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FIR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48463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graphicFrame>
        <p:nvGraphicFramePr>
          <p:cNvPr id="37" name="Chart 0"/>
          <p:cNvGraphicFramePr/>
          <p:nvPr/>
        </p:nvGraphicFramePr>
        <p:xfrm>
          <a:off x="640080" y="3611880"/>
          <a:ext cx="46634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5577840" y="3566160"/>
            <a:ext cx="603504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5806440" y="3657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/api/cases/kpis  →  HTTP 200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5806440" y="411480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80644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629400" y="4343400"/>
            <a:ext cx="118872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748272" y="411480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748272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571232" y="4343400"/>
            <a:ext cx="118872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7690104" y="411480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90104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513064" y="4343400"/>
            <a:ext cx="118872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631936" y="411480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31936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454896" y="4343400"/>
            <a:ext cx="118872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573768" y="411480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573768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396728" y="4343400"/>
            <a:ext cx="118872" cy="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515600" y="411480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51560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580644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612648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on Vercel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864108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896112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Render: connected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5806440" y="5257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612648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HTTP 200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8641080" y="5257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896112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verified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5806440" y="5715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6126480" y="5715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Frontend/backend integrated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8641080" y="5715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8961120" y="5715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DB data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406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crime intelligence platform</a:t>
            </a:r>
            <a:endParaRPr lang="en-US" sz="18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crime information</a:t>
            </a:r>
            <a:endParaRPr lang="en-US" sz="18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analysis</a:t>
            </a:r>
            <a:endParaRPr lang="en-US" sz="18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and trend analysis</a:t>
            </a:r>
            <a:endParaRPr lang="en-US" sz="18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production deployment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406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C5D9F2"/>
            </a:solidFill>
            <a:prstDash val="solid"/>
          </a:ln>
          <a:effectLst>
            <a:outerShdw blurRad="76200" dist="25400" dir="5400000" algn="bl" rotWithShape="0">
              <a:srgbClr val="6B8CBF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745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graph / network algorithms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predictive analytics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police data integration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anomaly detection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enhancements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sophisticated AI models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526</Words>
  <Application>Microsoft Office PowerPoint</Application>
  <PresentationFormat>Widescreen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OMKAR K S</cp:lastModifiedBy>
  <cp:revision>2</cp:revision>
  <dcterms:created xsi:type="dcterms:W3CDTF">2026-09-30T03:57:57Z</dcterms:created>
  <dcterms:modified xsi:type="dcterms:W3CDTF">2026-09-30T05:31:08Z</dcterms:modified>
</cp:coreProperties>
</file>